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3141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06369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791698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73195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8950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76746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91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0941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0067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85796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45203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07418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72560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6816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772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59306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35149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4185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4615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1852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6190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3032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7613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57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6961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24350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22451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7828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20882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1740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7911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22072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84305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57364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6544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32444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39507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2184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6812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5414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952337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51803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1285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58908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337672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5112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756996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44248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05802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45192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5295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1753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9400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516342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1483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6589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66418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4013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835256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4830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39450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48296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5760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47519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14679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54759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007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5218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7846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39678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332336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75439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6122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1063624"/>
            <a:ext cx="9144000" cy="509587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Inteligentny system rekomendacji dojazdu na uczelnię</a:t>
            </a:r>
            <a:r>
              <a:rPr lang="pl-PL"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(ZTM Gdańsk)</a:t>
            </a:r>
            <a:r>
              <a:rPr lang="pl-PL" sz="11000" b="1"/>
              <a:t> </a:t>
            </a:r>
            <a:endParaRPr sz="11000" b="1"/>
          </a:p>
        </p:txBody>
      </p:sp>
      <p:sp>
        <p:nvSpPr>
          <p:cNvPr id="172966881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619249" y="1935162"/>
            <a:ext cx="9144000" cy="1906587"/>
          </a:xfrm>
        </p:spPr>
        <p:txBody>
          <a:bodyPr/>
          <a:lstStyle/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CO? (Problem i Cel)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Cel: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Zbudowanie modelu AI rekomendującego optymalną trasę i środek transportu.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Rozwiązywany problem: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Codzienne dylematy studentów – minimalizacja czasu podróży i unikanie spóźnień.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74186317" name="Subtitle 2"/>
          <p:cNvSpPr>
            <a:spLocks noGrp="1"/>
          </p:cNvSpPr>
          <p:nvPr/>
        </p:nvSpPr>
        <p:spPr bwMode="auto">
          <a:xfrm flipH="0" flipV="0">
            <a:off x="1619249" y="3555999"/>
            <a:ext cx="9144000" cy="26828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JAK? (Technologie i Dane)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A. Technologie i Algorytm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Język: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(np. Scikit-learn, Pandas)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AI: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Drzewa Decyzyjne (Decision Tree) –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wybrane ze względu na łatwość interpretacji reguł decyzyjnych.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B. Pochodzenie danych (Zestaw uczący)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Źródła: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Otwarte Dane Gdańsk (API ZTM), rozkłady GTFS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Struktura: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Połączenie rozkładów teoretycznych z historycznymi danymi o rzeczywistych opóźnieniach.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2026-03-23T21:50:43Z</dcterms:modified>
</cp:coreProperties>
</file>